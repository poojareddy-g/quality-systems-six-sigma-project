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4"/>
  </p:sldMasterIdLst>
  <p:notesMasterIdLst>
    <p:notesMasterId r:id="rId17"/>
  </p:notesMasterIdLst>
  <p:sldIdLst>
    <p:sldId id="314" r:id="rId5"/>
    <p:sldId id="315" r:id="rId6"/>
    <p:sldId id="317" r:id="rId7"/>
    <p:sldId id="316" r:id="rId8"/>
    <p:sldId id="328" r:id="rId9"/>
    <p:sldId id="324" r:id="rId10"/>
    <p:sldId id="319" r:id="rId11"/>
    <p:sldId id="321" r:id="rId12"/>
    <p:sldId id="329" r:id="rId13"/>
    <p:sldId id="323" r:id="rId14"/>
    <p:sldId id="326" r:id="rId15"/>
    <p:sldId id="32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EB032D-F790-402F-91DC-CED6448A002A}" v="68" dt="2026-05-19T02:17:18.5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69" d="100"/>
          <a:sy n="69" d="100"/>
        </p:scale>
        <p:origin x="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34ADE-2D79-4CF8-8665-C355A9C9422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56F5E-29BF-4900-A3C8-64C66FD92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45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65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483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67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877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652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60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802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48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237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965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95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94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8665"/>
            <a:ext cx="8229600" cy="1143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116753"/>
            <a:ext cx="8229600" cy="451275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47522"/>
            <a:ext cx="8229600" cy="4131733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600"/>
            </a:lvl1pPr>
            <a:lvl2pPr marL="742950" indent="-285750">
              <a:buFont typeface="Wingdings" pitchFamily="2" charset="2"/>
              <a:buChar char="§"/>
              <a:defRPr sz="1600"/>
            </a:lvl2pPr>
            <a:lvl3pPr marL="1143000" indent="-228600">
              <a:buFont typeface="Wingdings" pitchFamily="2" charset="2"/>
              <a:buChar char="§"/>
              <a:defRPr sz="1600"/>
            </a:lvl3pPr>
            <a:lvl4pPr marL="1600200" indent="-228600">
              <a:buFont typeface="Wingdings" pitchFamily="2" charset="2"/>
              <a:buChar char="§"/>
              <a:defRPr sz="1600"/>
            </a:lvl4pPr>
            <a:lvl5pPr marL="2057400" indent="-228600">
              <a:buFont typeface="Wingdings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5730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0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1785D6-7779-2AF6-A89F-83B7CE8DAC63}"/>
              </a:ext>
            </a:extLst>
          </p:cNvPr>
          <p:cNvSpPr txBox="1"/>
          <p:nvPr/>
        </p:nvSpPr>
        <p:spPr>
          <a:xfrm>
            <a:off x="684491" y="810798"/>
            <a:ext cx="7775015" cy="43011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US" sz="1350" b="1" dirty="0"/>
          </a:p>
          <a:p>
            <a:pPr algn="ctr"/>
            <a:endParaRPr lang="en-US" sz="1400" b="1" dirty="0"/>
          </a:p>
          <a:p>
            <a:pPr algn="ctr"/>
            <a:r>
              <a:rPr lang="en-US" sz="2400" b="1" dirty="0"/>
              <a:t>CLASS SECTION </a:t>
            </a:r>
            <a:r>
              <a:rPr lang="en-US" sz="2400" dirty="0"/>
              <a:t>: IE5303-001 QUALITY SYSTEMS</a:t>
            </a:r>
          </a:p>
          <a:p>
            <a:pPr algn="ctr"/>
            <a:r>
              <a:rPr lang="en-US" sz="2400" b="1" dirty="0"/>
              <a:t>PROJECT PROBLEM STATEMENT</a:t>
            </a:r>
          </a:p>
          <a:p>
            <a:pPr algn="ctr"/>
            <a:endParaRPr lang="en-US" dirty="0"/>
          </a:p>
          <a:p>
            <a:r>
              <a:rPr lang="en-US" b="1" dirty="0"/>
              <a:t>INDUSTRY : MANUFACTURING FACILITY (AUTOMOBILE/ELECTRONICS)</a:t>
            </a:r>
          </a:p>
          <a:p>
            <a:endParaRPr lang="en-US" b="1" dirty="0"/>
          </a:p>
          <a:p>
            <a:r>
              <a:rPr lang="en-US" sz="1800" b="1" dirty="0"/>
              <a:t>PROBLEM STATEMENT:</a:t>
            </a:r>
          </a:p>
          <a:p>
            <a:r>
              <a:rPr lang="en-US"/>
              <a:t>Based on inspection results, PH-beauty Co, has experienced </a:t>
            </a:r>
            <a:r>
              <a:rPr lang="en-US" dirty="0"/>
              <a:t>an issue with lipstick melting during transportation due to insufficient heat resistance in the packaging. Currently, the rejection rate us 5%. Our target is to reduce to 1%</a:t>
            </a:r>
          </a:p>
          <a:p>
            <a:endParaRPr lang="en-US" dirty="0"/>
          </a:p>
          <a:p>
            <a:r>
              <a:rPr lang="en-US" b="1" dirty="0"/>
              <a:t>Pooja Govinda Reddy  1002167429</a:t>
            </a:r>
          </a:p>
          <a:p>
            <a:endParaRPr lang="en-US" b="1" dirty="0">
              <a:ea typeface="Calibri"/>
              <a:cs typeface="Calibri"/>
            </a:endParaRPr>
          </a:p>
          <a:p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1724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B0C0BA-A364-37C5-BAF7-368E0E12E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229" y="182880"/>
            <a:ext cx="8327571" cy="56963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i="1" dirty="0"/>
              <a:t>DEFINE</a:t>
            </a:r>
          </a:p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98843-2553-9487-9014-1B758D97D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601" y="594005"/>
            <a:ext cx="5896798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84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08AC01-CC5D-961F-6DA3-70B811F3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9291"/>
            <a:ext cx="8229600" cy="709126"/>
          </a:xfrm>
        </p:spPr>
        <p:txBody>
          <a:bodyPr>
            <a:normAutofit/>
          </a:bodyPr>
          <a:lstStyle/>
          <a:p>
            <a:pPr algn="ctr"/>
            <a:r>
              <a:rPr lang="en-US" sz="2400" b="1" i="1">
                <a:latin typeface="+mn-lt"/>
              </a:rPr>
              <a:t>PROCESS MAP</a:t>
            </a:r>
            <a:endParaRPr lang="en-US" sz="2400" b="1" i="1" dirty="0">
              <a:latin typeface="+mn-lt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2CA5271-6BB6-A231-964D-FEA524B6CC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44137" y="1230601"/>
            <a:ext cx="5455725" cy="4130675"/>
          </a:xfrm>
        </p:spPr>
      </p:pic>
    </p:spTree>
    <p:extLst>
      <p:ext uri="{BB962C8B-B14F-4D97-AF65-F5344CB8AC3E}">
        <p14:creationId xmlns:p14="http://schemas.microsoft.com/office/powerpoint/2010/main" val="956767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09A009-1939-C6F9-0E74-EE310E8A2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MEASURE</a:t>
            </a:r>
            <a:br>
              <a:rPr lang="en-US" sz="28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VALIDATE DATA ACCURACY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115AD89-2539-7685-5AF0-E44D786FAC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498438" y="640080"/>
            <a:ext cx="4825675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165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F3C95BC-6196-C24C-AF1F-4C17C7F13C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57075" y="2003173"/>
            <a:ext cx="4829849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94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09A009-1939-C6F9-0E74-EE310E8A2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5607"/>
            <a:ext cx="8229600" cy="643812"/>
          </a:xfrm>
        </p:spPr>
        <p:txBody>
          <a:bodyPr>
            <a:noAutofit/>
          </a:bodyPr>
          <a:lstStyle/>
          <a:p>
            <a:pPr algn="ctr"/>
            <a:r>
              <a:rPr lang="en-US" b="1" i="1" dirty="0">
                <a:latin typeface="+mn-lt"/>
              </a:rPr>
              <a:t>MEASURE</a:t>
            </a:r>
            <a:br>
              <a:rPr lang="en-US" sz="2400" b="1" i="1" dirty="0">
                <a:latin typeface="+mn-lt"/>
              </a:rPr>
            </a:br>
            <a:r>
              <a:rPr lang="en-US" sz="2400" b="1" i="1" dirty="0">
                <a:latin typeface="+mn-lt"/>
              </a:rPr>
              <a:t>VALIDATE DATA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94DF5-8AA8-F4B5-D6F8-C7C5CE07B0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3D94DB-1CC3-D951-A1D8-FC10A8E13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25" y="1082520"/>
            <a:ext cx="8007927" cy="469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76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09A009-1939-C6F9-0E74-EE310E8A2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952"/>
            <a:ext cx="8229600" cy="643812"/>
          </a:xfrm>
        </p:spPr>
        <p:txBody>
          <a:bodyPr>
            <a:noAutofit/>
          </a:bodyPr>
          <a:lstStyle/>
          <a:p>
            <a:pPr algn="ctr"/>
            <a:r>
              <a:rPr lang="en-US" sz="2800" b="1" i="1" dirty="0">
                <a:latin typeface="+mn-lt"/>
              </a:rPr>
              <a:t>ANALYSE</a:t>
            </a:r>
            <a:br>
              <a:rPr lang="en-US" sz="2400" b="1" i="1" dirty="0">
                <a:latin typeface="+mn-lt"/>
              </a:rPr>
            </a:br>
            <a:r>
              <a:rPr lang="en-US" sz="2400" b="1" i="1" dirty="0">
                <a:latin typeface="+mn-lt"/>
              </a:rPr>
              <a:t>CAUSE INVESTIGATION</a:t>
            </a:r>
          </a:p>
        </p:txBody>
      </p:sp>
      <p:pic>
        <p:nvPicPr>
          <p:cNvPr id="8" name="Picture 7" descr="A diagram of fishbone diagram&#10;&#10;Description automatically generated">
            <a:extLst>
              <a:ext uri="{FF2B5EF4-FFF2-40B4-BE49-F238E27FC236}">
                <a16:creationId xmlns:a16="http://schemas.microsoft.com/office/drawing/2014/main" id="{AFCF6409-1AE7-2167-8F5E-B85FC367D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90" y="1171229"/>
            <a:ext cx="8697630" cy="408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616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09A009-1939-C6F9-0E74-EE310E8A2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5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IMPROVE</a:t>
            </a:r>
            <a:br>
              <a:rPr lang="en-US" sz="35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5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OPTIMAL SOLUTION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0F69721-4FC1-9896-9156-EFA351601E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376821" y="2372235"/>
            <a:ext cx="5419311" cy="211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20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0C62DE-6BA9-9957-CBAD-07439C16331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886865" y="1747838"/>
            <a:ext cx="3370269" cy="413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289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09A009-1939-C6F9-0E74-EE310E8A2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5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IMPROVE</a:t>
            </a:r>
            <a:br>
              <a:rPr lang="en-US" sz="35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5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PILOT TESTING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75C6D6D-0E84-23DC-BF50-A54AE1A438C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376821" y="1694821"/>
            <a:ext cx="5419311" cy="346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34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09A009-1939-C6F9-0E74-EE310E8A2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951"/>
            <a:ext cx="8229600" cy="765109"/>
          </a:xfrm>
        </p:spPr>
        <p:txBody>
          <a:bodyPr>
            <a:noAutofit/>
          </a:bodyPr>
          <a:lstStyle/>
          <a:p>
            <a:pPr algn="ctr"/>
            <a:r>
              <a:rPr lang="en-US" sz="2800" b="1" i="1" dirty="0">
                <a:latin typeface="+mn-lt"/>
              </a:rPr>
              <a:t>CONTROL</a:t>
            </a:r>
            <a:br>
              <a:rPr lang="en-US" sz="2800" b="1" i="1" dirty="0">
                <a:latin typeface="+mn-lt"/>
              </a:rPr>
            </a:br>
            <a:r>
              <a:rPr lang="en-US" sz="2800" b="1" i="1" dirty="0">
                <a:latin typeface="+mn-lt"/>
              </a:rPr>
              <a:t>STANDARDIZE SOLUTION</a:t>
            </a:r>
            <a:endParaRPr lang="en-US" sz="2400" b="1" i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D2595-0B3A-7C6C-C42D-2D5F19CF30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255AAE-15B9-45EA-B8B0-2B4DAAB1E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36" y="2038156"/>
            <a:ext cx="8078327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81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B785-3D34-144E-2D82-27158BDD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76673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000" b="1" i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n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629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FBEB4B5D93FE47822F052E65F2E63C" ma:contentTypeVersion="13" ma:contentTypeDescription="Create a new document." ma:contentTypeScope="" ma:versionID="efe682349a0c55e263f10204b5abeb99">
  <xsd:schema xmlns:xsd="http://www.w3.org/2001/XMLSchema" xmlns:xs="http://www.w3.org/2001/XMLSchema" xmlns:p="http://schemas.microsoft.com/office/2006/metadata/properties" xmlns:ns3="9a8b78a4-4939-4c10-b677-270a67798221" xmlns:ns4="46f55335-63d6-4ffd-9c9d-e1f2dbc4253a" targetNamespace="http://schemas.microsoft.com/office/2006/metadata/properties" ma:root="true" ma:fieldsID="82376a1171ede3d697469b8f150e47bd" ns3:_="" ns4:_="">
    <xsd:import namespace="9a8b78a4-4939-4c10-b677-270a67798221"/>
    <xsd:import namespace="46f55335-63d6-4ffd-9c9d-e1f2dbc4253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8b78a4-4939-4c10-b677-270a677982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55335-63d6-4ffd-9c9d-e1f2dbc4253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8b78a4-4939-4c10-b677-270a67798221" xsi:nil="true"/>
  </documentManagement>
</p:properties>
</file>

<file path=customXml/itemProps1.xml><?xml version="1.0" encoding="utf-8"?>
<ds:datastoreItem xmlns:ds="http://schemas.openxmlformats.org/officeDocument/2006/customXml" ds:itemID="{0F94E833-5BBF-4AD6-A68D-FFED114AD2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5A7E1B-68B0-45E0-B97E-34FB6B1DB7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8b78a4-4939-4c10-b677-270a67798221"/>
    <ds:schemaRef ds:uri="46f55335-63d6-4ffd-9c9d-e1f2dbc425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F6F459-05A8-41B8-9177-C2D1D2259BFF}">
  <ds:schemaRefs>
    <ds:schemaRef ds:uri="http://schemas.microsoft.com/office/2006/documentManagement/types"/>
    <ds:schemaRef ds:uri="http://purl.org/dc/terms/"/>
    <ds:schemaRef ds:uri="9a8b78a4-4939-4c10-b677-270a67798221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6f55335-63d6-4ffd-9c9d-e1f2dbc4253a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122</TotalTime>
  <Words>111</Words>
  <Application>Microsoft Office PowerPoint</Application>
  <PresentationFormat>On-screen Show (4:3)</PresentationFormat>
  <Paragraphs>24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PROCESS MAP</vt:lpstr>
      <vt:lpstr>MEASURE VALIDATE DATA ACCURACY</vt:lpstr>
      <vt:lpstr>PowerPoint Presentation</vt:lpstr>
      <vt:lpstr>MEASURE VALIDATE DATA ACCURACY</vt:lpstr>
      <vt:lpstr>ANALYSE CAUSE INVESTIGATION</vt:lpstr>
      <vt:lpstr>IMPROVE OPTIMAL SOLUTION</vt:lpstr>
      <vt:lpstr>PowerPoint Presentation</vt:lpstr>
      <vt:lpstr>IMPROVE PILOT TESTING</vt:lpstr>
      <vt:lpstr>CONTROL STANDARDIZE SOLUTION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Waghmare, Kajal</dc:creator>
  <cp:lastModifiedBy>Govinda Reddy, Pooja Reddy</cp:lastModifiedBy>
  <cp:revision>56</cp:revision>
  <dcterms:created xsi:type="dcterms:W3CDTF">2023-10-03T15:56:34Z</dcterms:created>
  <dcterms:modified xsi:type="dcterms:W3CDTF">2026-05-19T02:17:29Z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0x0101003AFBEB4B5D93FE47822F052E65F2E63C</vt:lpwstr>
  </property>
</Properties>
</file>